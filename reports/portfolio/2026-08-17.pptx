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2026-08-17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20,010건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2026-08-17 10:59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20,010건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Cpk=0.399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1.95 높음 (p=0.0000, 효과크기 미미함 d=0.16).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2503건의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