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2026-06-29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14,420건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2026-06-29 14:08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14,420건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Cpk=0.307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2.57 높음 (p=0.0000, 효과크기 작음 d=0.20).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1805건의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