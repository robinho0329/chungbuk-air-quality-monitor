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2026-06-16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12,855건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2026-06-16 12:53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12,855건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Cpk=0.279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2.85 높음 (p=0.0000, 효과크기 작음 d=0.22).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1624건의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