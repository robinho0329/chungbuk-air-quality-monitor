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2026-06-22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13,585건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2026-06-22 14:38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13,585건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Cpk=0.292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2.69 높음 (p=0.0000, 효과크기 작음 d=0.21).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1685건의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