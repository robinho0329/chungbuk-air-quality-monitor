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2026-07-06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15,260건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2026-07-06 13:48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15,260건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Cpk=0.319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2.39 높음 (p=0.0000, 효과크기 미미함 d=0.19).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1902건의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