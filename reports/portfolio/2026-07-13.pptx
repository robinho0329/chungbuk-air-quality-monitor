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2026-07-13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16,095건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2026-07-13 13:07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16,095건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Cpk=0.336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2.31 높음 (p=0.0000, 효과크기 미미함 d=0.19).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2029건의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