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2026-07-27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17,775건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2026-07-27 13:11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17,775건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Cpk=0.366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2.06 높음 (p=0.0000, 효과크기 미미함 d=0.17).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2141건의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