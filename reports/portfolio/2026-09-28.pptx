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2026-09-27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24,976건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2026-09-28 14:38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24,976건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용암동 미세먼지 (PM10) Cpk=0.447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1.57 높음 (p=0.0000, 효과크기 미미함 d=0.14).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3187건의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