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2026-08-24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20,855건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2026-08-24 11:03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20,855건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Cpk=0.406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1.94 높음 (p=0.0000, 효과크기 미미함 d=0.16).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2556건의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