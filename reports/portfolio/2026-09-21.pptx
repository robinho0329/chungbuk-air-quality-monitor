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2026-09-20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24,070건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2026-09-21 14:10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24,070건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Cpk=0.442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1.56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3042건의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