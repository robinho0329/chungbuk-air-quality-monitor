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2026-10-19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27,550건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2026-10-19 13:58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27,550건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용암동 미세먼지 (PM10) Cpk=0.457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1.53 높음 (p=0.0000, 효과크기 미미함 d=0.14).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3193건의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