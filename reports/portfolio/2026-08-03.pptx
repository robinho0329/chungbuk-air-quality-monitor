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충북권 산업단지 대기질 SPC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77B4"/>
                </a:solidFill>
              </a:rPr>
              <a:t>통계적 공정관리(SPC) · 6시그마 DMAIC · 데이터 파이프라인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2026-02-28 ~ 2026-08-03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18,615건 · 측정소 5곳 · 1시간 해상도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2026-08-03 13:04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대기질을 제조 공정에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측정소 = 공정 라인 / 오염물질 6종 = 품질특성(CQA) / 환경기준 = 규격(USL)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산단 영향군: 오창(반도체)·복대·봉명(SK하이닉스 권역)·오송(바이오)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베이스라인(대조군): 용암동(거주지)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에어코리아 OpenAPI 시간당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SPC: Cp/Cpk · 관리도(I/EWMA/CUSUM) · Western Electric Rules · 잔차 관리도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IsolationForest 다변량 / 검정: Welch t-test·ANOVA / 알림: Discord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시스템 아키텍처 — 무중단·무비용·무누락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트리거: 외부 스케줄러(cron-job.org) 매시 → GitHub Actions workflow_dispatch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GitHub 내장 schedule은 fallback(best-effort) — 외부 cron이 1차 신뢰원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collect_once.py가 에어코리아 호출 + self-healing 백필(직전 24h 갭 자동 복구)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저장: SQLite + UNIQUE(station, data_time) + INSERT OR IGNORE → 중복·재실행 안전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배포: DB push 감지 → Streamlit Cloud 자동 재배포 (라이브 대시보드 6페이지)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알림: 매 수집 후 Cpk 미달·WE Rules 위반 점검 → Discord Webhook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측정 시스템 — 누적 데이터 추세</a:t>
            </a:r>
          </a:p>
        </p:txBody>
      </p:sp>
      <p:pic>
        <p:nvPicPr>
          <p:cNvPr id="3" name="Picture 2" descr="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GitHub Actions가 매시 자동 수집·커밋. 측정소별 누적이 선형으로 증가 = 무누락 운영 입증.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분석 — 공정능력지수 Cpk 매트릭스</a:t>
            </a:r>
          </a:p>
        </p:txBody>
      </p:sp>
      <p:pic>
        <p:nvPicPr>
          <p:cNvPr id="3" name="Picture 2" descr="c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Cpk&lt;1.0(빨강 점선 아래) = 불량 위험 지표. PM2.5·PM10이 전 측정소에서 관리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단지 비교 — 산단 vs 거주지 PM2.5</a:t>
            </a:r>
          </a:p>
        </p:txBody>
      </p:sp>
      <p:pic>
        <p:nvPicPr>
          <p:cNvPr id="3" name="Picture 2" descr="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Welch t-test로 두 군 평균차의 통계적 유의성 검증 (다음 슬라이드 결론 참조).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18,615건 무중단 자동 수집 (측정소 5곳, 1시간 해상도)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자기상관 보정 잔차 관리도로 PM2.5 거짓경보율 48% → 2% 개선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공정능력: 오송읍 초미세먼지 (PM2.5) Cpk=0.379 → 우선 관리 대상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PM2.5 산단 vs 거주지: '산단 영향군'가 '베이스라인'보다 평균 2.02 높음 (p=0.0000, 효과크기 미미함 d=0.17).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IsolationForest 다변량 이상탐지: 5개 측정소에서 총 2317건의 복합 이상 패턴 자동 탐지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 과정 GitHub Actions로 자동화 — 컴퓨터를 꺼도 매시 데이터가 누적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