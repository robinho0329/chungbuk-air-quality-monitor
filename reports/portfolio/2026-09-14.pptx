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2026-09-14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23,330건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2026-09-14 14:11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23,330건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Cpk=0.437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1.59 높음 (p=0.0000, 효과크기 미미함 d=0.14).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2811건의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