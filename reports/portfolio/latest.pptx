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2026-10-12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26,720건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2026-10-12 15:14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26,720건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용암동 미세먼지 (PM10) Cpk=0.454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1.56 높음 (p=0.0000, 효과크기 미미함 d=0.14).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3262건의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