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2026-08-07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19,125건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2026-08-10 11:39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19,125건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Cpk=0.385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2.02 높음 (p=0.0000, 효과크기 미미함 d=0.17).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2331건의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