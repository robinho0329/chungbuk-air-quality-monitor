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2026-08-26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21,160건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2026-09-07 13:58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21,160건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Cpk=0.411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1.91 높음 (p=0.0000, 효과크기 미미함 d=0.16).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2712건의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